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59" r:id="rId3"/>
  </p:sldMasterIdLst>
  <p:notesMasterIdLst>
    <p:notesMasterId r:id="rId4"/>
  </p:notesMasterIdLst>
  <p:sldIdLst>
    <p:sldId id="256" r:id="rId5"/>
    <p:sldId id="257" r:id="rId6"/>
    <p:sldId id="258" r:id="rId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0" name="Shape 50"/>
        <p:cNvGrpSpPr/>
        <p:nvPr/>
      </p:nvGrpSpPr>
      <p:grpSpPr>
        <a:xfrm>
          <a:off x="0" y="0"/>
          <a:ext cx="0" cy="0"/>
          <a:chOff x="0" y="0"/>
          <a:chExt cx="0" cy="0"/>
        </a:xfrm>
      </p:grpSpPr>
      <p:sp>
        <p:nvSpPr>
          <p:cNvPr id="51" name="Shape 51"/>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52" name="Shape 5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6" name="Shape 56"/>
        <p:cNvGrpSpPr/>
        <p:nvPr/>
      </p:nvGrpSpPr>
      <p:grpSpPr>
        <a:xfrm>
          <a:off x="0" y="0"/>
          <a:ext cx="0" cy="0"/>
          <a:chOff x="0" y="0"/>
          <a:chExt cx="0" cy="0"/>
        </a:xfrm>
      </p:grpSpPr>
      <p:sp>
        <p:nvSpPr>
          <p:cNvPr id="57" name="Shape 5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8" name="Shape 5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lnSpc>
                <a:spcPct val="115000"/>
              </a:lnSpc>
              <a:spcBef>
                <a:spcPts val="1200"/>
              </a:spcBef>
              <a:spcAft>
                <a:spcPts val="2400"/>
              </a:spcAft>
              <a:buNone/>
            </a:pPr>
            <a:r>
              <a:t/>
            </a:r>
            <a:endParaRPr sz="1200">
              <a:solidFill>
                <a:srgbClr val="333333"/>
              </a:solidFill>
              <a:highlight>
                <a:srgbClr val="FFFFFF"/>
              </a:highlight>
            </a:endParaRPr>
          </a:p>
          <a:p>
            <a:pPr lvl="0">
              <a:spcBef>
                <a:spcPts val="0"/>
              </a:spcBef>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2" name="Shape 62"/>
        <p:cNvGrpSpPr/>
        <p:nvPr/>
      </p:nvGrpSpPr>
      <p:grpSpPr>
        <a:xfrm>
          <a:off x="0" y="0"/>
          <a:ext cx="0" cy="0"/>
          <a:chOff x="0" y="0"/>
          <a:chExt cx="0" cy="0"/>
        </a:xfrm>
      </p:grpSpPr>
      <p:sp>
        <p:nvSpPr>
          <p:cNvPr id="63" name="Shape 6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4" name="Shape 6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rPr lang="en"/>
              <a:t>ASSUMPTION NOTES:</a:t>
            </a:r>
          </a:p>
          <a:p>
            <a:pPr lvl="0">
              <a:spcBef>
                <a:spcPts val="0"/>
              </a:spcBef>
              <a:buNone/>
            </a:pPr>
            <a:r>
              <a:rPr lang="en"/>
              <a:t>1 to Many for Song to Album: Assuming that there is no various artist albums </a:t>
            </a:r>
          </a:p>
          <a:p>
            <a:pPr lvl="0">
              <a:spcBef>
                <a:spcPts val="0"/>
              </a:spcBef>
              <a:buNone/>
            </a:pPr>
            <a:r>
              <a:rPr lang="en"/>
              <a:t>Many to 1 for User to Payment: The user can only use one payment method to activate their membership</a:t>
            </a:r>
          </a:p>
          <a:p>
            <a:pPr lvl="0">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9" name="Shape 9"/>
        <p:cNvGrpSpPr/>
        <p:nvPr/>
      </p:nvGrpSpPr>
      <p:grpSpPr>
        <a:xfrm>
          <a:off x="0" y="0"/>
          <a:ext cx="0" cy="0"/>
          <a:chOff x="0" y="0"/>
          <a:chExt cx="0" cy="0"/>
        </a:xfrm>
      </p:grpSpPr>
      <p:sp>
        <p:nvSpPr>
          <p:cNvPr id="10" name="Shape 10"/>
          <p:cNvSpPr txBox="1"/>
          <p:nvPr>
            <p:ph type="ctrTitle"/>
          </p:nvPr>
        </p:nvSpPr>
        <p:spPr>
          <a:xfrm>
            <a:off x="311708" y="744575"/>
            <a:ext cx="8520600" cy="2052600"/>
          </a:xfrm>
          <a:prstGeom prst="rect">
            <a:avLst/>
          </a:prstGeom>
        </p:spPr>
        <p:txBody>
          <a:bodyPr anchorCtr="0" anchor="b" bIns="91425" lIns="91425" rIns="91425" tIns="91425"/>
          <a:lstStyle>
            <a:lvl1pPr lvl="0" algn="ctr">
              <a:spcBef>
                <a:spcPts val="0"/>
              </a:spcBef>
              <a:buSzPct val="100000"/>
              <a:defRPr sz="5200"/>
            </a:lvl1pPr>
            <a:lvl2pPr lvl="1" algn="ctr">
              <a:spcBef>
                <a:spcPts val="0"/>
              </a:spcBef>
              <a:buSzPct val="100000"/>
              <a:defRPr sz="5200"/>
            </a:lvl2pPr>
            <a:lvl3pPr lvl="2" algn="ctr">
              <a:spcBef>
                <a:spcPts val="0"/>
              </a:spcBef>
              <a:buSzPct val="100000"/>
              <a:defRPr sz="5200"/>
            </a:lvl3pPr>
            <a:lvl4pPr lvl="3" algn="ctr">
              <a:spcBef>
                <a:spcPts val="0"/>
              </a:spcBef>
              <a:buSzPct val="100000"/>
              <a:defRPr sz="5200"/>
            </a:lvl4pPr>
            <a:lvl5pPr lvl="4" algn="ctr">
              <a:spcBef>
                <a:spcPts val="0"/>
              </a:spcBef>
              <a:buSzPct val="100000"/>
              <a:defRPr sz="5200"/>
            </a:lvl5pPr>
            <a:lvl6pPr lvl="5" algn="ctr">
              <a:spcBef>
                <a:spcPts val="0"/>
              </a:spcBef>
              <a:buSzPct val="100000"/>
              <a:defRPr sz="5200"/>
            </a:lvl6pPr>
            <a:lvl7pPr lvl="6" algn="ctr">
              <a:spcBef>
                <a:spcPts val="0"/>
              </a:spcBef>
              <a:buSzPct val="100000"/>
              <a:defRPr sz="5200"/>
            </a:lvl7pPr>
            <a:lvl8pPr lvl="7" algn="ctr">
              <a:spcBef>
                <a:spcPts val="0"/>
              </a:spcBef>
              <a:buSzPct val="100000"/>
              <a:defRPr sz="5200"/>
            </a:lvl8pPr>
            <a:lvl9pPr lvl="8" algn="ctr">
              <a:spcBef>
                <a:spcPts val="0"/>
              </a:spcBef>
              <a:buSzPct val="100000"/>
              <a:defRPr sz="5200"/>
            </a:lvl9pPr>
          </a:lstStyle>
          <a:p/>
        </p:txBody>
      </p:sp>
      <p:sp>
        <p:nvSpPr>
          <p:cNvPr id="11" name="Shape 11"/>
          <p:cNvSpPr txBox="1"/>
          <p:nvPr>
            <p:ph idx="1" type="subTitle"/>
          </p:nvPr>
        </p:nvSpPr>
        <p:spPr>
          <a:xfrm>
            <a:off x="311700" y="2834125"/>
            <a:ext cx="8520600" cy="792600"/>
          </a:xfrm>
          <a:prstGeom prst="rect">
            <a:avLst/>
          </a:prstGeom>
        </p:spPr>
        <p:txBody>
          <a:bodyPr anchorCtr="0" anchor="t" bIns="91425" lIns="91425" rIns="91425" tIns="91425"/>
          <a:lstStyle>
            <a:lvl1pPr lvl="0" algn="ctr">
              <a:lnSpc>
                <a:spcPct val="100000"/>
              </a:lnSpc>
              <a:spcBef>
                <a:spcPts val="0"/>
              </a:spcBef>
              <a:spcAft>
                <a:spcPts val="0"/>
              </a:spcAft>
              <a:buSzPct val="100000"/>
              <a:buNone/>
              <a:defRPr sz="2800"/>
            </a:lvl1pPr>
            <a:lvl2pPr lvl="1" algn="ctr">
              <a:lnSpc>
                <a:spcPct val="100000"/>
              </a:lnSpc>
              <a:spcBef>
                <a:spcPts val="0"/>
              </a:spcBef>
              <a:spcAft>
                <a:spcPts val="0"/>
              </a:spcAft>
              <a:buSzPct val="100000"/>
              <a:buNone/>
              <a:defRPr sz="2800"/>
            </a:lvl2pPr>
            <a:lvl3pPr lvl="2" algn="ctr">
              <a:lnSpc>
                <a:spcPct val="100000"/>
              </a:lnSpc>
              <a:spcBef>
                <a:spcPts val="0"/>
              </a:spcBef>
              <a:spcAft>
                <a:spcPts val="0"/>
              </a:spcAft>
              <a:buSzPct val="100000"/>
              <a:buNone/>
              <a:defRPr sz="2800"/>
            </a:lvl3pPr>
            <a:lvl4pPr lvl="3" algn="ctr">
              <a:lnSpc>
                <a:spcPct val="100000"/>
              </a:lnSpc>
              <a:spcBef>
                <a:spcPts val="0"/>
              </a:spcBef>
              <a:spcAft>
                <a:spcPts val="0"/>
              </a:spcAft>
              <a:buSzPct val="100000"/>
              <a:buNone/>
              <a:defRPr sz="2800"/>
            </a:lvl4pPr>
            <a:lvl5pPr lvl="4" algn="ctr">
              <a:lnSpc>
                <a:spcPct val="100000"/>
              </a:lnSpc>
              <a:spcBef>
                <a:spcPts val="0"/>
              </a:spcBef>
              <a:spcAft>
                <a:spcPts val="0"/>
              </a:spcAft>
              <a:buSzPct val="100000"/>
              <a:buNone/>
              <a:defRPr sz="2800"/>
            </a:lvl5pPr>
            <a:lvl6pPr lvl="5" algn="ctr">
              <a:lnSpc>
                <a:spcPct val="100000"/>
              </a:lnSpc>
              <a:spcBef>
                <a:spcPts val="0"/>
              </a:spcBef>
              <a:spcAft>
                <a:spcPts val="0"/>
              </a:spcAft>
              <a:buSzPct val="100000"/>
              <a:buNone/>
              <a:defRPr sz="2800"/>
            </a:lvl6pPr>
            <a:lvl7pPr lvl="6" algn="ctr">
              <a:lnSpc>
                <a:spcPct val="100000"/>
              </a:lnSpc>
              <a:spcBef>
                <a:spcPts val="0"/>
              </a:spcBef>
              <a:spcAft>
                <a:spcPts val="0"/>
              </a:spcAft>
              <a:buSzPct val="100000"/>
              <a:buNone/>
              <a:defRPr sz="2800"/>
            </a:lvl7pPr>
            <a:lvl8pPr lvl="7" algn="ctr">
              <a:lnSpc>
                <a:spcPct val="100000"/>
              </a:lnSpc>
              <a:spcBef>
                <a:spcPts val="0"/>
              </a:spcBef>
              <a:spcAft>
                <a:spcPts val="0"/>
              </a:spcAft>
              <a:buSzPct val="100000"/>
              <a:buNone/>
              <a:defRPr sz="2800"/>
            </a:lvl8pPr>
            <a:lvl9pPr lvl="8" algn="ctr">
              <a:lnSpc>
                <a:spcPct val="100000"/>
              </a:lnSpc>
              <a:spcBef>
                <a:spcPts val="0"/>
              </a:spcBef>
              <a:spcAft>
                <a:spcPts val="0"/>
              </a:spcAft>
              <a:buSzPct val="100000"/>
              <a:buNone/>
              <a:defRPr sz="2800"/>
            </a:lvl9pPr>
          </a:lstStyle>
          <a:p/>
        </p:txBody>
      </p:sp>
      <p:sp>
        <p:nvSpPr>
          <p:cNvPr id="12" name="Shape 12"/>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13" name="Shape 13"/>
        <p:cNvGrpSpPr/>
        <p:nvPr/>
      </p:nvGrpSpPr>
      <p:grpSpPr>
        <a:xfrm>
          <a:off x="0" y="0"/>
          <a:ext cx="0" cy="0"/>
          <a:chOff x="0" y="0"/>
          <a:chExt cx="0" cy="0"/>
        </a:xfrm>
      </p:grpSpPr>
      <p:sp>
        <p:nvSpPr>
          <p:cNvPr id="14" name="Shape 14"/>
          <p:cNvSpPr txBox="1"/>
          <p:nvPr>
            <p:ph type="title"/>
          </p:nvPr>
        </p:nvSpPr>
        <p:spPr>
          <a:xfrm>
            <a:off x="311700" y="2150850"/>
            <a:ext cx="8520600" cy="841800"/>
          </a:xfrm>
          <a:prstGeom prst="rect">
            <a:avLst/>
          </a:prstGeom>
        </p:spPr>
        <p:txBody>
          <a:bodyPr anchorCtr="0" anchor="ctr" bIns="91425" lIns="91425" rIns="91425" tIns="91425"/>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p:txBody>
      </p:sp>
      <p:sp>
        <p:nvSpPr>
          <p:cNvPr id="15" name="Shape 15"/>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6" name="Shape 16"/>
        <p:cNvGrpSpPr/>
        <p:nvPr/>
      </p:nvGrpSpPr>
      <p:grpSpPr>
        <a:xfrm>
          <a:off x="0" y="0"/>
          <a:ext cx="0" cy="0"/>
          <a:chOff x="0" y="0"/>
          <a:chExt cx="0" cy="0"/>
        </a:xfrm>
      </p:grpSpPr>
      <p:sp>
        <p:nvSpPr>
          <p:cNvPr id="17" name="Shape 17"/>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8" name="Shape 18"/>
          <p:cNvSpPr txBox="1"/>
          <p:nvPr>
            <p:ph idx="1" type="body"/>
          </p:nvPr>
        </p:nvSpPr>
        <p:spPr>
          <a:xfrm>
            <a:off x="311700" y="1152475"/>
            <a:ext cx="8520600" cy="34164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9" name="Shape 19"/>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20" name="Shape 20"/>
        <p:cNvGrpSpPr/>
        <p:nvPr/>
      </p:nvGrpSpPr>
      <p:grpSpPr>
        <a:xfrm>
          <a:off x="0" y="0"/>
          <a:ext cx="0" cy="0"/>
          <a:chOff x="0" y="0"/>
          <a:chExt cx="0" cy="0"/>
        </a:xfrm>
      </p:grpSpPr>
      <p:sp>
        <p:nvSpPr>
          <p:cNvPr id="21" name="Shape 21"/>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2" name="Shape 22"/>
          <p:cNvSpPr txBox="1"/>
          <p:nvPr>
            <p:ph idx="1" type="body"/>
          </p:nvPr>
        </p:nvSpPr>
        <p:spPr>
          <a:xfrm>
            <a:off x="311700" y="1152475"/>
            <a:ext cx="3999900" cy="34164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23" name="Shape 23"/>
          <p:cNvSpPr txBox="1"/>
          <p:nvPr>
            <p:ph idx="2" type="body"/>
          </p:nvPr>
        </p:nvSpPr>
        <p:spPr>
          <a:xfrm>
            <a:off x="4832400" y="1152475"/>
            <a:ext cx="3999900" cy="34164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24" name="Shape 24"/>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5" name="Shape 25"/>
        <p:cNvGrpSpPr/>
        <p:nvPr/>
      </p:nvGrpSpPr>
      <p:grpSpPr>
        <a:xfrm>
          <a:off x="0" y="0"/>
          <a:ext cx="0" cy="0"/>
          <a:chOff x="0" y="0"/>
          <a:chExt cx="0" cy="0"/>
        </a:xfrm>
      </p:grpSpPr>
      <p:sp>
        <p:nvSpPr>
          <p:cNvPr id="26" name="Shape 26"/>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7" name="Shape 27"/>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One column text">
    <p:spTree>
      <p:nvGrpSpPr>
        <p:cNvPr id="28" name="Shape 28"/>
        <p:cNvGrpSpPr/>
        <p:nvPr/>
      </p:nvGrpSpPr>
      <p:grpSpPr>
        <a:xfrm>
          <a:off x="0" y="0"/>
          <a:ext cx="0" cy="0"/>
          <a:chOff x="0" y="0"/>
          <a:chExt cx="0" cy="0"/>
        </a:xfrm>
      </p:grpSpPr>
      <p:sp>
        <p:nvSpPr>
          <p:cNvPr id="29" name="Shape 29"/>
          <p:cNvSpPr txBox="1"/>
          <p:nvPr>
            <p:ph type="title"/>
          </p:nvPr>
        </p:nvSpPr>
        <p:spPr>
          <a:xfrm>
            <a:off x="311700" y="555600"/>
            <a:ext cx="2808000" cy="755700"/>
          </a:xfrm>
          <a:prstGeom prst="rect">
            <a:avLst/>
          </a:prstGeom>
        </p:spPr>
        <p:txBody>
          <a:bodyPr anchorCtr="0" anchor="b" bIns="91425" lIns="91425" rIns="91425" tIns="91425"/>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p:txBody>
      </p:sp>
      <p:sp>
        <p:nvSpPr>
          <p:cNvPr id="30" name="Shape 30"/>
          <p:cNvSpPr txBox="1"/>
          <p:nvPr>
            <p:ph idx="1" type="body"/>
          </p:nvPr>
        </p:nvSpPr>
        <p:spPr>
          <a:xfrm>
            <a:off x="311700" y="1389600"/>
            <a:ext cx="2808000" cy="3179400"/>
          </a:xfrm>
          <a:prstGeom prst="rect">
            <a:avLst/>
          </a:prstGeom>
        </p:spPr>
        <p:txBody>
          <a:bodyPr anchorCtr="0" anchor="t" bIns="91425" lIns="91425" rIns="91425" tIns="91425"/>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31" name="Shape 31"/>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Main point">
    <p:spTree>
      <p:nvGrpSpPr>
        <p:cNvPr id="32" name="Shape 32"/>
        <p:cNvGrpSpPr/>
        <p:nvPr/>
      </p:nvGrpSpPr>
      <p:grpSpPr>
        <a:xfrm>
          <a:off x="0" y="0"/>
          <a:ext cx="0" cy="0"/>
          <a:chOff x="0" y="0"/>
          <a:chExt cx="0" cy="0"/>
        </a:xfrm>
      </p:grpSpPr>
      <p:sp>
        <p:nvSpPr>
          <p:cNvPr id="33" name="Shape 33"/>
          <p:cNvSpPr txBox="1"/>
          <p:nvPr>
            <p:ph type="title"/>
          </p:nvPr>
        </p:nvSpPr>
        <p:spPr>
          <a:xfrm>
            <a:off x="490250" y="450150"/>
            <a:ext cx="6367800" cy="4090800"/>
          </a:xfrm>
          <a:prstGeom prst="rect">
            <a:avLst/>
          </a:prstGeom>
        </p:spPr>
        <p:txBody>
          <a:bodyPr anchorCtr="0" anchor="ctr" bIns="91425" lIns="91425" rIns="91425" tIns="91425"/>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p:txBody>
      </p:sp>
      <p:sp>
        <p:nvSpPr>
          <p:cNvPr id="34" name="Shape 34"/>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Section title and description">
    <p:spTree>
      <p:nvGrpSpPr>
        <p:cNvPr id="35"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anchorCtr="0" anchor="ctr" bIns="91425" lIns="91425" rIns="91425" tIns="91425">
            <a:noAutofit/>
          </a:bodyPr>
          <a:lstStyle/>
          <a:p>
            <a:pPr lvl="0">
              <a:spcBef>
                <a:spcPts val="0"/>
              </a:spcBef>
              <a:buNone/>
            </a:pPr>
            <a:r>
              <a:t/>
            </a:r>
            <a:endParaRPr/>
          </a:p>
        </p:txBody>
      </p:sp>
      <p:sp>
        <p:nvSpPr>
          <p:cNvPr id="37" name="Shape 37"/>
          <p:cNvSpPr txBox="1"/>
          <p:nvPr>
            <p:ph type="title"/>
          </p:nvPr>
        </p:nvSpPr>
        <p:spPr>
          <a:xfrm>
            <a:off x="265500" y="1233175"/>
            <a:ext cx="4045200" cy="1482300"/>
          </a:xfrm>
          <a:prstGeom prst="rect">
            <a:avLst/>
          </a:prstGeom>
        </p:spPr>
        <p:txBody>
          <a:bodyPr anchorCtr="0" anchor="b" bIns="91425" lIns="91425" rIns="91425" tIns="91425"/>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p:txBody>
      </p:sp>
      <p:sp>
        <p:nvSpPr>
          <p:cNvPr id="38" name="Shape 38"/>
          <p:cNvSpPr txBox="1"/>
          <p:nvPr>
            <p:ph idx="1" type="subTitle"/>
          </p:nvPr>
        </p:nvSpPr>
        <p:spPr>
          <a:xfrm>
            <a:off x="265500" y="2803075"/>
            <a:ext cx="4045200" cy="1235100"/>
          </a:xfrm>
          <a:prstGeom prst="rect">
            <a:avLst/>
          </a:prstGeom>
        </p:spPr>
        <p:txBody>
          <a:bodyPr anchorCtr="0" anchor="t" bIns="91425" lIns="91425" rIns="91425" tIns="91425"/>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p:txBody>
      </p:sp>
      <p:sp>
        <p:nvSpPr>
          <p:cNvPr id="39" name="Shape 39"/>
          <p:cNvSpPr txBox="1"/>
          <p:nvPr>
            <p:ph idx="2" type="body"/>
          </p:nvPr>
        </p:nvSpPr>
        <p:spPr>
          <a:xfrm>
            <a:off x="4939500" y="724075"/>
            <a:ext cx="3837000" cy="3695100"/>
          </a:xfrm>
          <a:prstGeom prst="rect">
            <a:avLst/>
          </a:prstGeom>
        </p:spPr>
        <p:txBody>
          <a:bodyPr anchorCtr="0" anchor="ctr"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40" name="Shape 40"/>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41" name="Shape 41"/>
        <p:cNvGrpSpPr/>
        <p:nvPr/>
      </p:nvGrpSpPr>
      <p:grpSpPr>
        <a:xfrm>
          <a:off x="0" y="0"/>
          <a:ext cx="0" cy="0"/>
          <a:chOff x="0" y="0"/>
          <a:chExt cx="0" cy="0"/>
        </a:xfrm>
      </p:grpSpPr>
      <p:sp>
        <p:nvSpPr>
          <p:cNvPr id="42" name="Shape 42"/>
          <p:cNvSpPr txBox="1"/>
          <p:nvPr>
            <p:ph idx="1" type="body"/>
          </p:nvPr>
        </p:nvSpPr>
        <p:spPr>
          <a:xfrm>
            <a:off x="311700" y="4230575"/>
            <a:ext cx="5998800" cy="605100"/>
          </a:xfrm>
          <a:prstGeom prst="rect">
            <a:avLst/>
          </a:prstGeom>
        </p:spPr>
        <p:txBody>
          <a:bodyPr anchorCtr="0" anchor="ctr" bIns="91425" lIns="91425" rIns="91425" tIns="91425"/>
          <a:lstStyle>
            <a:lvl1pPr lvl="0">
              <a:lnSpc>
                <a:spcPct val="100000"/>
              </a:lnSpc>
              <a:spcBef>
                <a:spcPts val="0"/>
              </a:spcBef>
              <a:spcAft>
                <a:spcPts val="0"/>
              </a:spcAft>
              <a:buNone/>
              <a:defRPr/>
            </a:lvl1pPr>
          </a:lstStyle>
          <a:p/>
        </p:txBody>
      </p:sp>
      <p:sp>
        <p:nvSpPr>
          <p:cNvPr id="43" name="Shape 43"/>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Big number">
    <p:spTree>
      <p:nvGrpSpPr>
        <p:cNvPr id="44" name="Shape 44"/>
        <p:cNvGrpSpPr/>
        <p:nvPr/>
      </p:nvGrpSpPr>
      <p:grpSpPr>
        <a:xfrm>
          <a:off x="0" y="0"/>
          <a:ext cx="0" cy="0"/>
          <a:chOff x="0" y="0"/>
          <a:chExt cx="0" cy="0"/>
        </a:xfrm>
      </p:grpSpPr>
      <p:sp>
        <p:nvSpPr>
          <p:cNvPr id="45" name="Shape 45"/>
          <p:cNvSpPr txBox="1"/>
          <p:nvPr>
            <p:ph type="title"/>
          </p:nvPr>
        </p:nvSpPr>
        <p:spPr>
          <a:xfrm>
            <a:off x="311700" y="1106125"/>
            <a:ext cx="8520600" cy="1963500"/>
          </a:xfrm>
          <a:prstGeom prst="rect">
            <a:avLst/>
          </a:prstGeom>
        </p:spPr>
        <p:txBody>
          <a:bodyPr anchorCtr="0" anchor="b" bIns="91425" lIns="91425" rIns="91425" tIns="91425"/>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p:txBody>
      </p:sp>
      <p:sp>
        <p:nvSpPr>
          <p:cNvPr id="46" name="Shape 46"/>
          <p:cNvSpPr txBox="1"/>
          <p:nvPr>
            <p:ph idx="1" type="body"/>
          </p:nvPr>
        </p:nvSpPr>
        <p:spPr>
          <a:xfrm>
            <a:off x="311700" y="3152225"/>
            <a:ext cx="8520600" cy="1300800"/>
          </a:xfrm>
          <a:prstGeom prst="rect">
            <a:avLst/>
          </a:prstGeom>
        </p:spPr>
        <p:txBody>
          <a:bodyPr anchorCtr="0" anchor="t" bIns="91425" lIns="91425" rIns="91425" tIns="91425"/>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p:txBody>
      </p:sp>
      <p:sp>
        <p:nvSpPr>
          <p:cNvPr id="47" name="Shape 47"/>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48" name="Shape 48"/>
        <p:cNvGrpSpPr/>
        <p:nvPr/>
      </p:nvGrpSpPr>
      <p:grpSpPr>
        <a:xfrm>
          <a:off x="0" y="0"/>
          <a:ext cx="0" cy="0"/>
          <a:chOff x="0" y="0"/>
          <a:chExt cx="0" cy="0"/>
        </a:xfrm>
      </p:grpSpPr>
      <p:sp>
        <p:nvSpPr>
          <p:cNvPr id="49" name="Shape 49"/>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11700" y="445025"/>
            <a:ext cx="8520600" cy="572700"/>
          </a:xfrm>
          <a:prstGeom prst="rect">
            <a:avLst/>
          </a:prstGeom>
          <a:noFill/>
          <a:ln>
            <a:noFill/>
          </a:ln>
        </p:spPr>
        <p:txBody>
          <a:bodyPr anchorCtr="0" anchor="t" bIns="91425" lIns="91425" rIns="91425" tIns="91425"/>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p:txBody>
      </p:sp>
      <p:sp>
        <p:nvSpPr>
          <p:cNvPr id="7" name="Shape 7"/>
          <p:cNvSpPr txBox="1"/>
          <p:nvPr>
            <p:ph idx="1" type="body"/>
          </p:nvPr>
        </p:nvSpPr>
        <p:spPr>
          <a:xfrm>
            <a:off x="311700" y="1152475"/>
            <a:ext cx="8520600" cy="3416400"/>
          </a:xfrm>
          <a:prstGeom prst="rect">
            <a:avLst/>
          </a:prstGeom>
          <a:noFill/>
          <a:ln>
            <a:noFill/>
          </a:ln>
        </p:spPr>
        <p:txBody>
          <a:bodyPr anchorCtr="0" anchor="t" bIns="91425" lIns="91425" rIns="91425" tIns="91425"/>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p:txBody>
      </p:sp>
      <p:sp>
        <p:nvSpPr>
          <p:cNvPr id="8" name="Shape 8"/>
          <p:cNvSpPr txBox="1"/>
          <p:nvPr>
            <p:ph idx="12" type="sldNum"/>
          </p:nvPr>
        </p:nvSpPr>
        <p:spPr>
          <a:xfrm>
            <a:off x="8472457" y="4663216"/>
            <a:ext cx="548700" cy="393600"/>
          </a:xfrm>
          <a:prstGeom prst="rect">
            <a:avLst/>
          </a:prstGeom>
          <a:noFill/>
          <a:ln>
            <a:noFill/>
          </a:ln>
        </p:spPr>
        <p:txBody>
          <a:bodyPr anchorCtr="0" anchor="ctr" bIns="91425" lIns="91425" rIns="91425" tIns="91425">
            <a:noAutofit/>
          </a:bodyPr>
          <a:lstStyle/>
          <a:p>
            <a:pPr lvl="0" algn="r">
              <a:spcBef>
                <a:spcPts val="0"/>
              </a:spcBef>
              <a:buNone/>
            </a:pPr>
            <a:fld id="{00000000-1234-1234-1234-123412341234}" type="slidenum">
              <a:rPr lang="en" sz="1000">
                <a:solidFill>
                  <a:schemeClr val="dk2"/>
                </a:solidFill>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00.png"/><Relationship Id="rId4" Type="http://schemas.openxmlformats.org/officeDocument/2006/relationships/image" Target="../media/image02.png"/><Relationship Id="rId10" Type="http://schemas.openxmlformats.org/officeDocument/2006/relationships/image" Target="../media/image05.png"/><Relationship Id="rId9" Type="http://schemas.openxmlformats.org/officeDocument/2006/relationships/image" Target="../media/image07.png"/><Relationship Id="rId5" Type="http://schemas.openxmlformats.org/officeDocument/2006/relationships/image" Target="../media/image06.png"/><Relationship Id="rId6" Type="http://schemas.openxmlformats.org/officeDocument/2006/relationships/image" Target="../media/image08.png"/><Relationship Id="rId7" Type="http://schemas.openxmlformats.org/officeDocument/2006/relationships/image" Target="../media/image03.png"/><Relationship Id="rId8" Type="http://schemas.openxmlformats.org/officeDocument/2006/relationships/image" Target="../media/image0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3" name="Shape 53"/>
        <p:cNvGrpSpPr/>
        <p:nvPr/>
      </p:nvGrpSpPr>
      <p:grpSpPr>
        <a:xfrm>
          <a:off x="0" y="0"/>
          <a:ext cx="0" cy="0"/>
          <a:chOff x="0" y="0"/>
          <a:chExt cx="0" cy="0"/>
        </a:xfrm>
      </p:grpSpPr>
      <p:sp>
        <p:nvSpPr>
          <p:cNvPr id="54" name="Shape 54"/>
          <p:cNvSpPr txBox="1"/>
          <p:nvPr>
            <p:ph idx="1" type="subTitle"/>
          </p:nvPr>
        </p:nvSpPr>
        <p:spPr>
          <a:xfrm>
            <a:off x="311700" y="2834125"/>
            <a:ext cx="8520600" cy="792600"/>
          </a:xfrm>
          <a:prstGeom prst="rect">
            <a:avLst/>
          </a:prstGeom>
        </p:spPr>
        <p:txBody>
          <a:bodyPr anchorCtr="0" anchor="t" bIns="91425" lIns="91425" rIns="91425" tIns="91425">
            <a:noAutofit/>
          </a:bodyPr>
          <a:lstStyle/>
          <a:p>
            <a:pPr lvl="0">
              <a:spcBef>
                <a:spcPts val="0"/>
              </a:spcBef>
              <a:buNone/>
            </a:pPr>
            <a:r>
              <a:rPr lang="en"/>
              <a:t>Melissa, Tan, Tarika</a:t>
            </a:r>
          </a:p>
        </p:txBody>
      </p:sp>
      <p:pic>
        <p:nvPicPr>
          <p:cNvPr id="55" name="Shape 55"/>
          <p:cNvPicPr preferRelativeResize="0"/>
          <p:nvPr/>
        </p:nvPicPr>
        <p:blipFill>
          <a:blip r:embed="rId3">
            <a:alphaModFix/>
          </a:blip>
          <a:stretch>
            <a:fillRect/>
          </a:stretch>
        </p:blipFill>
        <p:spPr>
          <a:xfrm>
            <a:off x="1661275" y="456353"/>
            <a:ext cx="6042114" cy="25377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9" name="Shape 59"/>
        <p:cNvGrpSpPr/>
        <p:nvPr/>
      </p:nvGrpSpPr>
      <p:grpSpPr>
        <a:xfrm>
          <a:off x="0" y="0"/>
          <a:ext cx="0" cy="0"/>
          <a:chOff x="0" y="0"/>
          <a:chExt cx="0" cy="0"/>
        </a:xfrm>
      </p:grpSpPr>
      <p:sp>
        <p:nvSpPr>
          <p:cNvPr id="60" name="Shape 60"/>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Company Description</a:t>
            </a:r>
          </a:p>
        </p:txBody>
      </p:sp>
      <p:sp>
        <p:nvSpPr>
          <p:cNvPr id="61" name="Shape 61"/>
          <p:cNvSpPr txBox="1"/>
          <p:nvPr>
            <p:ph idx="1" type="body"/>
          </p:nvPr>
        </p:nvSpPr>
        <p:spPr>
          <a:xfrm>
            <a:off x="311700" y="1152475"/>
            <a:ext cx="8520600" cy="3416400"/>
          </a:xfrm>
          <a:prstGeom prst="rect">
            <a:avLst/>
          </a:prstGeom>
        </p:spPr>
        <p:txBody>
          <a:bodyPr anchorCtr="0" anchor="t" bIns="91425" lIns="91425" rIns="91425" tIns="91425">
            <a:noAutofit/>
          </a:bodyPr>
          <a:lstStyle/>
          <a:p>
            <a:pPr lvl="0">
              <a:spcBef>
                <a:spcPts val="0"/>
              </a:spcBef>
              <a:buNone/>
            </a:pPr>
            <a:r>
              <a:rPr lang="en"/>
              <a:t>Spotify is a digital music and podcast service that gives you access to millions of songs. Users can discover new music, share and create music playlists. Spotify radio allows users to hear similar songs. It is a freemium service with over 50 million paying customers and over 100 million users total. Spotify is available in most of Europe, Americas, Australia, New Zealand and parts of Asia and is available for most modern devices, including Windows, MacOs and Linux computers as well and Android and iOS devices. Users can browse or search for music based on different parameters, such as album, artist, song, genre, playlist, or record label. They can also create their own playlists and share them with followers. Spotify currently has over 30 million songs available to its users, and as of March 2017, has 50 million subscribers. . </a:t>
            </a:r>
          </a:p>
          <a:p>
            <a:pPr lvl="0">
              <a:spcBef>
                <a:spcPts val="0"/>
              </a:spcBef>
              <a:buNone/>
            </a:pPr>
            <a:r>
              <a:t/>
            </a:r>
            <a:endParaRPr/>
          </a:p>
          <a:p>
            <a:pPr lvl="0">
              <a:spcBef>
                <a:spcPts val="0"/>
              </a:spcBef>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5" name="Shape 65"/>
        <p:cNvGrpSpPr/>
        <p:nvPr/>
      </p:nvGrpSpPr>
      <p:grpSpPr>
        <a:xfrm>
          <a:off x="0" y="0"/>
          <a:ext cx="0" cy="0"/>
          <a:chOff x="0" y="0"/>
          <a:chExt cx="0" cy="0"/>
        </a:xfrm>
      </p:grpSpPr>
      <p:sp>
        <p:nvSpPr>
          <p:cNvPr id="66" name="Shape 66"/>
          <p:cNvSpPr txBox="1"/>
          <p:nvPr/>
        </p:nvSpPr>
        <p:spPr>
          <a:xfrm>
            <a:off x="668000" y="1536825"/>
            <a:ext cx="1410000" cy="1815900"/>
          </a:xfrm>
          <a:prstGeom prst="rect">
            <a:avLst/>
          </a:prstGeom>
          <a:noFill/>
          <a:ln>
            <a:noFill/>
          </a:ln>
        </p:spPr>
        <p:txBody>
          <a:bodyPr anchorCtr="0" anchor="t" bIns="91425" lIns="91425" rIns="91425" tIns="91425">
            <a:noAutofit/>
          </a:bodyPr>
          <a:lstStyle/>
          <a:p>
            <a:pPr lvl="0">
              <a:spcBef>
                <a:spcPts val="0"/>
              </a:spcBef>
              <a:buNone/>
            </a:pPr>
            <a:r>
              <a:t/>
            </a:r>
            <a:endParaRPr/>
          </a:p>
        </p:txBody>
      </p:sp>
      <p:pic>
        <p:nvPicPr>
          <p:cNvPr id="67" name="Shape 67"/>
          <p:cNvPicPr preferRelativeResize="0"/>
          <p:nvPr/>
        </p:nvPicPr>
        <p:blipFill>
          <a:blip r:embed="rId3">
            <a:alphaModFix/>
          </a:blip>
          <a:stretch>
            <a:fillRect/>
          </a:stretch>
        </p:blipFill>
        <p:spPr>
          <a:xfrm>
            <a:off x="851386" y="781750"/>
            <a:ext cx="1043237" cy="1463799"/>
          </a:xfrm>
          <a:prstGeom prst="rect">
            <a:avLst/>
          </a:prstGeom>
          <a:noFill/>
          <a:ln>
            <a:noFill/>
          </a:ln>
        </p:spPr>
      </p:pic>
      <p:pic>
        <p:nvPicPr>
          <p:cNvPr id="68" name="Shape 68"/>
          <p:cNvPicPr preferRelativeResize="0"/>
          <p:nvPr/>
        </p:nvPicPr>
        <p:blipFill>
          <a:blip r:embed="rId4">
            <a:alphaModFix/>
          </a:blip>
          <a:stretch>
            <a:fillRect/>
          </a:stretch>
        </p:blipFill>
        <p:spPr>
          <a:xfrm>
            <a:off x="7574175" y="513663"/>
            <a:ext cx="1231875" cy="1649561"/>
          </a:xfrm>
          <a:prstGeom prst="rect">
            <a:avLst/>
          </a:prstGeom>
          <a:noFill/>
          <a:ln>
            <a:noFill/>
          </a:ln>
        </p:spPr>
      </p:pic>
      <p:pic>
        <p:nvPicPr>
          <p:cNvPr id="69" name="Shape 69"/>
          <p:cNvPicPr preferRelativeResize="0"/>
          <p:nvPr/>
        </p:nvPicPr>
        <p:blipFill>
          <a:blip r:embed="rId5">
            <a:alphaModFix/>
          </a:blip>
          <a:stretch>
            <a:fillRect/>
          </a:stretch>
        </p:blipFill>
        <p:spPr>
          <a:xfrm>
            <a:off x="75600" y="2954725"/>
            <a:ext cx="3141494" cy="1950275"/>
          </a:xfrm>
          <a:prstGeom prst="rect">
            <a:avLst/>
          </a:prstGeom>
          <a:noFill/>
          <a:ln>
            <a:noFill/>
          </a:ln>
        </p:spPr>
      </p:pic>
      <p:cxnSp>
        <p:nvCxnSpPr>
          <p:cNvPr id="70" name="Shape 70"/>
          <p:cNvCxnSpPr/>
          <p:nvPr/>
        </p:nvCxnSpPr>
        <p:spPr>
          <a:xfrm>
            <a:off x="6519600" y="645750"/>
            <a:ext cx="1083000" cy="270900"/>
          </a:xfrm>
          <a:prstGeom prst="straightConnector1">
            <a:avLst/>
          </a:prstGeom>
          <a:noFill/>
          <a:ln cap="flat" cmpd="sng" w="9525">
            <a:solidFill>
              <a:schemeClr val="dk2"/>
            </a:solidFill>
            <a:prstDash val="solid"/>
            <a:round/>
            <a:headEnd len="lg" w="lg" type="none"/>
            <a:tailEnd len="lg" w="lg" type="none"/>
          </a:ln>
        </p:spPr>
      </p:cxnSp>
      <p:cxnSp>
        <p:nvCxnSpPr>
          <p:cNvPr id="71" name="Shape 71"/>
          <p:cNvCxnSpPr/>
          <p:nvPr/>
        </p:nvCxnSpPr>
        <p:spPr>
          <a:xfrm flipH="1" rot="10800000">
            <a:off x="1743525" y="753450"/>
            <a:ext cx="999000" cy="2225400"/>
          </a:xfrm>
          <a:prstGeom prst="straightConnector1">
            <a:avLst/>
          </a:prstGeom>
          <a:noFill/>
          <a:ln cap="flat" cmpd="sng" w="9525">
            <a:solidFill>
              <a:schemeClr val="dk2"/>
            </a:solidFill>
            <a:prstDash val="solid"/>
            <a:round/>
            <a:headEnd len="lg" w="lg" type="none"/>
            <a:tailEnd len="lg" w="lg" type="none"/>
          </a:ln>
        </p:spPr>
      </p:cxnSp>
      <p:cxnSp>
        <p:nvCxnSpPr>
          <p:cNvPr id="72" name="Shape 72"/>
          <p:cNvCxnSpPr>
            <a:endCxn id="67" idx="3"/>
          </p:cNvCxnSpPr>
          <p:nvPr/>
        </p:nvCxnSpPr>
        <p:spPr>
          <a:xfrm rot="10800000">
            <a:off x="1894624" y="1513650"/>
            <a:ext cx="1708800" cy="1819200"/>
          </a:xfrm>
          <a:prstGeom prst="straightConnector1">
            <a:avLst/>
          </a:prstGeom>
          <a:noFill/>
          <a:ln cap="flat" cmpd="sng" w="9525">
            <a:solidFill>
              <a:schemeClr val="dk2"/>
            </a:solidFill>
            <a:prstDash val="solid"/>
            <a:round/>
            <a:headEnd len="lg" w="lg" type="none"/>
            <a:tailEnd len="lg" w="lg" type="none"/>
          </a:ln>
        </p:spPr>
      </p:cxnSp>
      <p:cxnSp>
        <p:nvCxnSpPr>
          <p:cNvPr id="73" name="Shape 73"/>
          <p:cNvCxnSpPr>
            <a:stCxn id="74" idx="3"/>
          </p:cNvCxnSpPr>
          <p:nvPr/>
        </p:nvCxnSpPr>
        <p:spPr>
          <a:xfrm>
            <a:off x="4050137" y="1409012"/>
            <a:ext cx="1871400" cy="2132400"/>
          </a:xfrm>
          <a:prstGeom prst="straightConnector1">
            <a:avLst/>
          </a:prstGeom>
          <a:noFill/>
          <a:ln cap="flat" cmpd="sng" w="9525">
            <a:solidFill>
              <a:schemeClr val="dk2"/>
            </a:solidFill>
            <a:prstDash val="solid"/>
            <a:round/>
            <a:headEnd len="lg" w="lg" type="none"/>
            <a:tailEnd len="lg" w="lg" type="none"/>
          </a:ln>
        </p:spPr>
      </p:cxnSp>
      <p:cxnSp>
        <p:nvCxnSpPr>
          <p:cNvPr id="75" name="Shape 75"/>
          <p:cNvCxnSpPr>
            <a:endCxn id="68" idx="1"/>
          </p:cNvCxnSpPr>
          <p:nvPr/>
        </p:nvCxnSpPr>
        <p:spPr>
          <a:xfrm>
            <a:off x="4020975" y="842243"/>
            <a:ext cx="3553200" cy="496200"/>
          </a:xfrm>
          <a:prstGeom prst="straightConnector1">
            <a:avLst/>
          </a:prstGeom>
          <a:noFill/>
          <a:ln cap="flat" cmpd="sng" w="9525">
            <a:solidFill>
              <a:schemeClr val="dk2"/>
            </a:solidFill>
            <a:prstDash val="solid"/>
            <a:round/>
            <a:headEnd len="lg" w="lg" type="none"/>
            <a:tailEnd len="lg" w="lg" type="none"/>
          </a:ln>
        </p:spPr>
      </p:cxnSp>
      <p:sp>
        <p:nvSpPr>
          <p:cNvPr id="76" name="Shape 76"/>
          <p:cNvSpPr txBox="1"/>
          <p:nvPr/>
        </p:nvSpPr>
        <p:spPr>
          <a:xfrm>
            <a:off x="8519200" y="4665850"/>
            <a:ext cx="7332000" cy="855300"/>
          </a:xfrm>
          <a:prstGeom prst="rect">
            <a:avLst/>
          </a:prstGeom>
          <a:noFill/>
          <a:ln>
            <a:noFill/>
          </a:ln>
        </p:spPr>
        <p:txBody>
          <a:bodyPr anchorCtr="0" anchor="t" bIns="91425" lIns="91425" rIns="91425" tIns="91425">
            <a:noAutofit/>
          </a:bodyPr>
          <a:lstStyle/>
          <a:p>
            <a:pPr lvl="0">
              <a:spcBef>
                <a:spcPts val="0"/>
              </a:spcBef>
              <a:buNone/>
            </a:pPr>
            <a:r>
              <a:t/>
            </a:r>
            <a:endParaRPr/>
          </a:p>
        </p:txBody>
      </p:sp>
      <p:pic>
        <p:nvPicPr>
          <p:cNvPr id="77" name="Shape 77"/>
          <p:cNvPicPr preferRelativeResize="0"/>
          <p:nvPr/>
        </p:nvPicPr>
        <p:blipFill>
          <a:blip r:embed="rId6">
            <a:alphaModFix/>
          </a:blip>
          <a:stretch>
            <a:fillRect/>
          </a:stretch>
        </p:blipFill>
        <p:spPr>
          <a:xfrm>
            <a:off x="7485125" y="2534549"/>
            <a:ext cx="1590425" cy="1054885"/>
          </a:xfrm>
          <a:prstGeom prst="rect">
            <a:avLst/>
          </a:prstGeom>
          <a:noFill/>
          <a:ln>
            <a:noFill/>
          </a:ln>
        </p:spPr>
      </p:pic>
      <p:cxnSp>
        <p:nvCxnSpPr>
          <p:cNvPr id="78" name="Shape 78"/>
          <p:cNvCxnSpPr>
            <a:endCxn id="77" idx="1"/>
          </p:cNvCxnSpPr>
          <p:nvPr/>
        </p:nvCxnSpPr>
        <p:spPr>
          <a:xfrm>
            <a:off x="6473525" y="647292"/>
            <a:ext cx="1011599" cy="2414700"/>
          </a:xfrm>
          <a:prstGeom prst="straightConnector1">
            <a:avLst/>
          </a:prstGeom>
          <a:noFill/>
          <a:ln cap="flat" cmpd="sng" w="9525">
            <a:solidFill>
              <a:schemeClr val="dk2"/>
            </a:solidFill>
            <a:prstDash val="solid"/>
            <a:round/>
            <a:headEnd len="lg" w="lg" type="none"/>
            <a:tailEnd len="lg" w="lg" type="none"/>
          </a:ln>
        </p:spPr>
      </p:cxnSp>
      <p:sp>
        <p:nvSpPr>
          <p:cNvPr id="79" name="Shape 79"/>
          <p:cNvSpPr txBox="1"/>
          <p:nvPr/>
        </p:nvSpPr>
        <p:spPr>
          <a:xfrm>
            <a:off x="6519600" y="350250"/>
            <a:ext cx="249900" cy="246000"/>
          </a:xfrm>
          <a:prstGeom prst="rect">
            <a:avLst/>
          </a:prstGeom>
          <a:noFill/>
          <a:ln>
            <a:noFill/>
          </a:ln>
        </p:spPr>
        <p:txBody>
          <a:bodyPr anchorCtr="0" anchor="t" bIns="91425" lIns="91425" rIns="91425" tIns="91425">
            <a:noAutofit/>
          </a:bodyPr>
          <a:lstStyle/>
          <a:p>
            <a:pPr lvl="0">
              <a:spcBef>
                <a:spcPts val="0"/>
              </a:spcBef>
              <a:buNone/>
            </a:pPr>
            <a:r>
              <a:rPr lang="en"/>
              <a:t>1</a:t>
            </a:r>
          </a:p>
        </p:txBody>
      </p:sp>
      <p:sp>
        <p:nvSpPr>
          <p:cNvPr id="80" name="Shape 80"/>
          <p:cNvSpPr txBox="1"/>
          <p:nvPr/>
        </p:nvSpPr>
        <p:spPr>
          <a:xfrm>
            <a:off x="7271350" y="520050"/>
            <a:ext cx="249900" cy="246000"/>
          </a:xfrm>
          <a:prstGeom prst="rect">
            <a:avLst/>
          </a:prstGeom>
          <a:noFill/>
          <a:ln>
            <a:noFill/>
          </a:ln>
        </p:spPr>
        <p:txBody>
          <a:bodyPr anchorCtr="0" anchor="t" bIns="91425" lIns="91425" rIns="91425" tIns="91425">
            <a:noAutofit/>
          </a:bodyPr>
          <a:lstStyle/>
          <a:p>
            <a:pPr lvl="0" rtl="0">
              <a:spcBef>
                <a:spcPts val="0"/>
              </a:spcBef>
              <a:buNone/>
            </a:pPr>
            <a:r>
              <a:rPr lang="en"/>
              <a:t>M</a:t>
            </a:r>
          </a:p>
        </p:txBody>
      </p:sp>
      <p:sp>
        <p:nvSpPr>
          <p:cNvPr id="81" name="Shape 81"/>
          <p:cNvSpPr txBox="1"/>
          <p:nvPr/>
        </p:nvSpPr>
        <p:spPr>
          <a:xfrm>
            <a:off x="7281750" y="1016250"/>
            <a:ext cx="249900" cy="246000"/>
          </a:xfrm>
          <a:prstGeom prst="rect">
            <a:avLst/>
          </a:prstGeom>
          <a:noFill/>
          <a:ln>
            <a:noFill/>
          </a:ln>
        </p:spPr>
        <p:txBody>
          <a:bodyPr anchorCtr="0" anchor="t" bIns="91425" lIns="91425" rIns="91425" tIns="91425">
            <a:noAutofit/>
          </a:bodyPr>
          <a:lstStyle/>
          <a:p>
            <a:pPr lvl="0" rtl="0">
              <a:spcBef>
                <a:spcPts val="0"/>
              </a:spcBef>
              <a:buNone/>
            </a:pPr>
            <a:r>
              <a:rPr lang="en"/>
              <a:t>M</a:t>
            </a:r>
          </a:p>
        </p:txBody>
      </p:sp>
      <p:sp>
        <p:nvSpPr>
          <p:cNvPr id="82" name="Shape 82"/>
          <p:cNvSpPr txBox="1"/>
          <p:nvPr/>
        </p:nvSpPr>
        <p:spPr>
          <a:xfrm>
            <a:off x="4005150" y="559050"/>
            <a:ext cx="249900" cy="246000"/>
          </a:xfrm>
          <a:prstGeom prst="rect">
            <a:avLst/>
          </a:prstGeom>
          <a:noFill/>
          <a:ln>
            <a:noFill/>
          </a:ln>
        </p:spPr>
        <p:txBody>
          <a:bodyPr anchorCtr="0" anchor="t" bIns="91425" lIns="91425" rIns="91425" tIns="91425">
            <a:noAutofit/>
          </a:bodyPr>
          <a:lstStyle/>
          <a:p>
            <a:pPr lvl="0" rtl="0">
              <a:spcBef>
                <a:spcPts val="0"/>
              </a:spcBef>
              <a:buNone/>
            </a:pPr>
            <a:r>
              <a:rPr lang="en"/>
              <a:t>1</a:t>
            </a:r>
          </a:p>
        </p:txBody>
      </p:sp>
      <p:sp>
        <p:nvSpPr>
          <p:cNvPr id="83" name="Shape 83"/>
          <p:cNvSpPr txBox="1"/>
          <p:nvPr/>
        </p:nvSpPr>
        <p:spPr>
          <a:xfrm>
            <a:off x="4081350" y="1168650"/>
            <a:ext cx="249900" cy="246000"/>
          </a:xfrm>
          <a:prstGeom prst="rect">
            <a:avLst/>
          </a:prstGeom>
          <a:noFill/>
          <a:ln>
            <a:noFill/>
          </a:ln>
        </p:spPr>
        <p:txBody>
          <a:bodyPr anchorCtr="0" anchor="t" bIns="91425" lIns="91425" rIns="91425" tIns="91425">
            <a:noAutofit/>
          </a:bodyPr>
          <a:lstStyle/>
          <a:p>
            <a:pPr lvl="0" rtl="0">
              <a:spcBef>
                <a:spcPts val="0"/>
              </a:spcBef>
              <a:buNone/>
            </a:pPr>
            <a:r>
              <a:rPr lang="en"/>
              <a:t>M</a:t>
            </a:r>
          </a:p>
        </p:txBody>
      </p:sp>
      <p:sp>
        <p:nvSpPr>
          <p:cNvPr id="84" name="Shape 84"/>
          <p:cNvSpPr txBox="1"/>
          <p:nvPr/>
        </p:nvSpPr>
        <p:spPr>
          <a:xfrm>
            <a:off x="5605350" y="3302250"/>
            <a:ext cx="249900" cy="246000"/>
          </a:xfrm>
          <a:prstGeom prst="rect">
            <a:avLst/>
          </a:prstGeom>
          <a:noFill/>
          <a:ln>
            <a:noFill/>
          </a:ln>
        </p:spPr>
        <p:txBody>
          <a:bodyPr anchorCtr="0" anchor="t" bIns="91425" lIns="91425" rIns="91425" tIns="91425">
            <a:noAutofit/>
          </a:bodyPr>
          <a:lstStyle/>
          <a:p>
            <a:pPr lvl="0" rtl="0">
              <a:spcBef>
                <a:spcPts val="0"/>
              </a:spcBef>
              <a:buNone/>
            </a:pPr>
            <a:r>
              <a:rPr lang="en"/>
              <a:t>1</a:t>
            </a:r>
          </a:p>
        </p:txBody>
      </p:sp>
      <p:sp>
        <p:nvSpPr>
          <p:cNvPr id="85" name="Shape 85"/>
          <p:cNvSpPr txBox="1"/>
          <p:nvPr/>
        </p:nvSpPr>
        <p:spPr>
          <a:xfrm>
            <a:off x="7281750" y="2387850"/>
            <a:ext cx="249900" cy="246000"/>
          </a:xfrm>
          <a:prstGeom prst="rect">
            <a:avLst/>
          </a:prstGeom>
          <a:noFill/>
          <a:ln>
            <a:noFill/>
          </a:ln>
        </p:spPr>
        <p:txBody>
          <a:bodyPr anchorCtr="0" anchor="t" bIns="91425" lIns="91425" rIns="91425" tIns="91425">
            <a:noAutofit/>
          </a:bodyPr>
          <a:lstStyle/>
          <a:p>
            <a:pPr lvl="0" rtl="0">
              <a:spcBef>
                <a:spcPts val="0"/>
              </a:spcBef>
              <a:buNone/>
            </a:pPr>
            <a:r>
              <a:rPr lang="en"/>
              <a:t>1</a:t>
            </a:r>
          </a:p>
        </p:txBody>
      </p:sp>
      <p:sp>
        <p:nvSpPr>
          <p:cNvPr id="86" name="Shape 86"/>
          <p:cNvSpPr txBox="1"/>
          <p:nvPr/>
        </p:nvSpPr>
        <p:spPr>
          <a:xfrm>
            <a:off x="6519750" y="711450"/>
            <a:ext cx="249900" cy="246000"/>
          </a:xfrm>
          <a:prstGeom prst="rect">
            <a:avLst/>
          </a:prstGeom>
          <a:noFill/>
          <a:ln>
            <a:noFill/>
          </a:ln>
        </p:spPr>
        <p:txBody>
          <a:bodyPr anchorCtr="0" anchor="t" bIns="91425" lIns="91425" rIns="91425" tIns="91425">
            <a:noAutofit/>
          </a:bodyPr>
          <a:lstStyle/>
          <a:p>
            <a:pPr lvl="0" rtl="0">
              <a:spcBef>
                <a:spcPts val="0"/>
              </a:spcBef>
              <a:buNone/>
            </a:pPr>
            <a:r>
              <a:rPr lang="en"/>
              <a:t>M</a:t>
            </a:r>
          </a:p>
        </p:txBody>
      </p:sp>
      <p:sp>
        <p:nvSpPr>
          <p:cNvPr id="87" name="Shape 87"/>
          <p:cNvSpPr txBox="1"/>
          <p:nvPr/>
        </p:nvSpPr>
        <p:spPr>
          <a:xfrm>
            <a:off x="5605350" y="3683250"/>
            <a:ext cx="249900" cy="246000"/>
          </a:xfrm>
          <a:prstGeom prst="rect">
            <a:avLst/>
          </a:prstGeom>
          <a:noFill/>
          <a:ln>
            <a:noFill/>
          </a:ln>
        </p:spPr>
        <p:txBody>
          <a:bodyPr anchorCtr="0" anchor="t" bIns="91425" lIns="91425" rIns="91425" tIns="91425">
            <a:noAutofit/>
          </a:bodyPr>
          <a:lstStyle/>
          <a:p>
            <a:pPr lvl="0" rtl="0">
              <a:spcBef>
                <a:spcPts val="0"/>
              </a:spcBef>
              <a:buNone/>
            </a:pPr>
            <a:r>
              <a:rPr lang="en"/>
              <a:t>M</a:t>
            </a:r>
          </a:p>
        </p:txBody>
      </p:sp>
      <p:sp>
        <p:nvSpPr>
          <p:cNvPr id="88" name="Shape 88"/>
          <p:cNvSpPr txBox="1"/>
          <p:nvPr/>
        </p:nvSpPr>
        <p:spPr>
          <a:xfrm>
            <a:off x="4919550" y="3378450"/>
            <a:ext cx="249900" cy="246000"/>
          </a:xfrm>
          <a:prstGeom prst="rect">
            <a:avLst/>
          </a:prstGeom>
          <a:noFill/>
          <a:ln>
            <a:noFill/>
          </a:ln>
        </p:spPr>
        <p:txBody>
          <a:bodyPr anchorCtr="0" anchor="t" bIns="91425" lIns="91425" rIns="91425" tIns="91425">
            <a:noAutofit/>
          </a:bodyPr>
          <a:lstStyle/>
          <a:p>
            <a:pPr lvl="0" rtl="0">
              <a:spcBef>
                <a:spcPts val="0"/>
              </a:spcBef>
              <a:buNone/>
            </a:pPr>
            <a:r>
              <a:rPr lang="en"/>
              <a:t>1</a:t>
            </a:r>
          </a:p>
        </p:txBody>
      </p:sp>
      <p:sp>
        <p:nvSpPr>
          <p:cNvPr id="89" name="Shape 89"/>
          <p:cNvSpPr txBox="1"/>
          <p:nvPr/>
        </p:nvSpPr>
        <p:spPr>
          <a:xfrm>
            <a:off x="3471750" y="2997450"/>
            <a:ext cx="249900" cy="246000"/>
          </a:xfrm>
          <a:prstGeom prst="rect">
            <a:avLst/>
          </a:prstGeom>
          <a:noFill/>
          <a:ln>
            <a:noFill/>
          </a:ln>
        </p:spPr>
        <p:txBody>
          <a:bodyPr anchorCtr="0" anchor="t" bIns="91425" lIns="91425" rIns="91425" tIns="91425">
            <a:noAutofit/>
          </a:bodyPr>
          <a:lstStyle/>
          <a:p>
            <a:pPr lvl="0" rtl="0">
              <a:spcBef>
                <a:spcPts val="0"/>
              </a:spcBef>
              <a:buNone/>
            </a:pPr>
            <a:r>
              <a:rPr lang="en"/>
              <a:t>1</a:t>
            </a:r>
          </a:p>
        </p:txBody>
      </p:sp>
      <p:sp>
        <p:nvSpPr>
          <p:cNvPr id="90" name="Shape 90"/>
          <p:cNvSpPr txBox="1"/>
          <p:nvPr/>
        </p:nvSpPr>
        <p:spPr>
          <a:xfrm>
            <a:off x="1795350" y="1168650"/>
            <a:ext cx="249900" cy="246000"/>
          </a:xfrm>
          <a:prstGeom prst="rect">
            <a:avLst/>
          </a:prstGeom>
          <a:noFill/>
          <a:ln>
            <a:noFill/>
          </a:ln>
        </p:spPr>
        <p:txBody>
          <a:bodyPr anchorCtr="0" anchor="t" bIns="91425" lIns="91425" rIns="91425" tIns="91425">
            <a:noAutofit/>
          </a:bodyPr>
          <a:lstStyle/>
          <a:p>
            <a:pPr lvl="0" rtl="0">
              <a:spcBef>
                <a:spcPts val="0"/>
              </a:spcBef>
              <a:buNone/>
            </a:pPr>
            <a:r>
              <a:rPr lang="en"/>
              <a:t>M</a:t>
            </a:r>
          </a:p>
        </p:txBody>
      </p:sp>
      <p:sp>
        <p:nvSpPr>
          <p:cNvPr id="91" name="Shape 91"/>
          <p:cNvSpPr txBox="1"/>
          <p:nvPr/>
        </p:nvSpPr>
        <p:spPr>
          <a:xfrm>
            <a:off x="2404950" y="559050"/>
            <a:ext cx="249900" cy="246000"/>
          </a:xfrm>
          <a:prstGeom prst="rect">
            <a:avLst/>
          </a:prstGeom>
          <a:noFill/>
          <a:ln>
            <a:noFill/>
          </a:ln>
        </p:spPr>
        <p:txBody>
          <a:bodyPr anchorCtr="0" anchor="t" bIns="91425" lIns="91425" rIns="91425" tIns="91425">
            <a:noAutofit/>
          </a:bodyPr>
          <a:lstStyle/>
          <a:p>
            <a:pPr lvl="0" rtl="0">
              <a:spcBef>
                <a:spcPts val="0"/>
              </a:spcBef>
              <a:buNone/>
            </a:pPr>
            <a:r>
              <a:rPr lang="en"/>
              <a:t>M</a:t>
            </a:r>
          </a:p>
        </p:txBody>
      </p:sp>
      <p:sp>
        <p:nvSpPr>
          <p:cNvPr id="92" name="Shape 92"/>
          <p:cNvSpPr txBox="1"/>
          <p:nvPr/>
        </p:nvSpPr>
        <p:spPr>
          <a:xfrm>
            <a:off x="1490550" y="2692650"/>
            <a:ext cx="249900" cy="246000"/>
          </a:xfrm>
          <a:prstGeom prst="rect">
            <a:avLst/>
          </a:prstGeom>
          <a:noFill/>
          <a:ln>
            <a:noFill/>
          </a:ln>
        </p:spPr>
        <p:txBody>
          <a:bodyPr anchorCtr="0" anchor="t" bIns="91425" lIns="91425" rIns="91425" tIns="91425">
            <a:noAutofit/>
          </a:bodyPr>
          <a:lstStyle/>
          <a:p>
            <a:pPr lvl="0" rtl="0">
              <a:spcBef>
                <a:spcPts val="0"/>
              </a:spcBef>
              <a:buNone/>
            </a:pPr>
            <a:r>
              <a:rPr lang="en"/>
              <a:t>1</a:t>
            </a:r>
          </a:p>
        </p:txBody>
      </p:sp>
      <p:pic>
        <p:nvPicPr>
          <p:cNvPr id="93" name="Shape 93"/>
          <p:cNvPicPr preferRelativeResize="0"/>
          <p:nvPr/>
        </p:nvPicPr>
        <p:blipFill>
          <a:blip r:embed="rId7">
            <a:alphaModFix/>
          </a:blip>
          <a:stretch>
            <a:fillRect/>
          </a:stretch>
        </p:blipFill>
        <p:spPr>
          <a:xfrm>
            <a:off x="3247825" y="3334930"/>
            <a:ext cx="1717200" cy="1492971"/>
          </a:xfrm>
          <a:prstGeom prst="rect">
            <a:avLst/>
          </a:prstGeom>
          <a:noFill/>
          <a:ln>
            <a:noFill/>
          </a:ln>
        </p:spPr>
      </p:pic>
      <p:pic>
        <p:nvPicPr>
          <p:cNvPr id="94" name="Shape 94"/>
          <p:cNvPicPr preferRelativeResize="0"/>
          <p:nvPr/>
        </p:nvPicPr>
        <p:blipFill>
          <a:blip r:embed="rId8">
            <a:alphaModFix/>
          </a:blip>
          <a:stretch>
            <a:fillRect/>
          </a:stretch>
        </p:blipFill>
        <p:spPr>
          <a:xfrm>
            <a:off x="5927075" y="3272301"/>
            <a:ext cx="1409999" cy="1618223"/>
          </a:xfrm>
          <a:prstGeom prst="rect">
            <a:avLst/>
          </a:prstGeom>
          <a:noFill/>
          <a:ln>
            <a:noFill/>
          </a:ln>
        </p:spPr>
      </p:pic>
      <p:cxnSp>
        <p:nvCxnSpPr>
          <p:cNvPr id="95" name="Shape 95"/>
          <p:cNvCxnSpPr/>
          <p:nvPr/>
        </p:nvCxnSpPr>
        <p:spPr>
          <a:xfrm>
            <a:off x="4934550" y="3645800"/>
            <a:ext cx="998400" cy="93000"/>
          </a:xfrm>
          <a:prstGeom prst="straightConnector1">
            <a:avLst/>
          </a:prstGeom>
          <a:noFill/>
          <a:ln cap="flat" cmpd="sng" w="9525">
            <a:solidFill>
              <a:schemeClr val="dk2"/>
            </a:solidFill>
            <a:prstDash val="solid"/>
            <a:round/>
            <a:headEnd len="lg" w="lg" type="none"/>
            <a:tailEnd len="lg" w="lg" type="none"/>
          </a:ln>
        </p:spPr>
      </p:cxnSp>
      <p:cxnSp>
        <p:nvCxnSpPr>
          <p:cNvPr id="96" name="Shape 96"/>
          <p:cNvCxnSpPr/>
          <p:nvPr/>
        </p:nvCxnSpPr>
        <p:spPr>
          <a:xfrm flipH="1">
            <a:off x="3169650" y="557375"/>
            <a:ext cx="1764900" cy="2705400"/>
          </a:xfrm>
          <a:prstGeom prst="straightConnector1">
            <a:avLst/>
          </a:prstGeom>
          <a:noFill/>
          <a:ln cap="flat" cmpd="sng" w="9525">
            <a:solidFill>
              <a:schemeClr val="dk2"/>
            </a:solidFill>
            <a:prstDash val="solid"/>
            <a:round/>
            <a:headEnd len="lg" w="lg" type="none"/>
            <a:tailEnd len="lg" w="lg" type="none"/>
          </a:ln>
        </p:spPr>
      </p:cxnSp>
      <p:sp>
        <p:nvSpPr>
          <p:cNvPr id="97" name="Shape 97"/>
          <p:cNvSpPr txBox="1"/>
          <p:nvPr/>
        </p:nvSpPr>
        <p:spPr>
          <a:xfrm>
            <a:off x="4690950" y="330450"/>
            <a:ext cx="249900" cy="246000"/>
          </a:xfrm>
          <a:prstGeom prst="rect">
            <a:avLst/>
          </a:prstGeom>
          <a:noFill/>
          <a:ln>
            <a:noFill/>
          </a:ln>
        </p:spPr>
        <p:txBody>
          <a:bodyPr anchorCtr="0" anchor="t" bIns="91425" lIns="91425" rIns="91425" tIns="91425">
            <a:noAutofit/>
          </a:bodyPr>
          <a:lstStyle/>
          <a:p>
            <a:pPr lvl="0" rtl="0">
              <a:spcBef>
                <a:spcPts val="0"/>
              </a:spcBef>
              <a:buNone/>
            </a:pPr>
            <a:r>
              <a:rPr lang="en"/>
              <a:t>1</a:t>
            </a:r>
          </a:p>
        </p:txBody>
      </p:sp>
      <p:sp>
        <p:nvSpPr>
          <p:cNvPr id="98" name="Shape 98"/>
          <p:cNvSpPr txBox="1"/>
          <p:nvPr/>
        </p:nvSpPr>
        <p:spPr>
          <a:xfrm>
            <a:off x="2938350" y="2921250"/>
            <a:ext cx="249900" cy="246000"/>
          </a:xfrm>
          <a:prstGeom prst="rect">
            <a:avLst/>
          </a:prstGeom>
          <a:noFill/>
          <a:ln>
            <a:noFill/>
          </a:ln>
        </p:spPr>
        <p:txBody>
          <a:bodyPr anchorCtr="0" anchor="t" bIns="91425" lIns="91425" rIns="91425" tIns="91425">
            <a:noAutofit/>
          </a:bodyPr>
          <a:lstStyle/>
          <a:p>
            <a:pPr lvl="0" rtl="0">
              <a:spcBef>
                <a:spcPts val="0"/>
              </a:spcBef>
              <a:buNone/>
            </a:pPr>
            <a:r>
              <a:rPr lang="en"/>
              <a:t>M</a:t>
            </a:r>
          </a:p>
        </p:txBody>
      </p:sp>
      <p:pic>
        <p:nvPicPr>
          <p:cNvPr id="99" name="Shape 99"/>
          <p:cNvPicPr preferRelativeResize="0"/>
          <p:nvPr/>
        </p:nvPicPr>
        <p:blipFill>
          <a:blip r:embed="rId9">
            <a:alphaModFix/>
          </a:blip>
          <a:stretch>
            <a:fillRect/>
          </a:stretch>
        </p:blipFill>
        <p:spPr>
          <a:xfrm>
            <a:off x="4967987" y="236337"/>
            <a:ext cx="1590424" cy="2554633"/>
          </a:xfrm>
          <a:prstGeom prst="rect">
            <a:avLst/>
          </a:prstGeom>
          <a:noFill/>
          <a:ln>
            <a:noFill/>
          </a:ln>
        </p:spPr>
      </p:pic>
      <p:pic>
        <p:nvPicPr>
          <p:cNvPr id="100" name="Shape 100"/>
          <p:cNvPicPr preferRelativeResize="0"/>
          <p:nvPr/>
        </p:nvPicPr>
        <p:blipFill>
          <a:blip r:embed="rId10">
            <a:alphaModFix/>
          </a:blip>
          <a:stretch>
            <a:fillRect/>
          </a:stretch>
        </p:blipFill>
        <p:spPr>
          <a:xfrm>
            <a:off x="2780399" y="381900"/>
            <a:ext cx="1298015" cy="1492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